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274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2EF77-9DAF-31B0-31EE-DADDCAC66B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9621A8-1CC4-63CF-DF35-1DEEEC60C1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5B532-2C95-C316-9D6E-5AEB0B337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7337D-0891-4C76-BD20-F142948120CB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20708-7B17-7D46-26F1-91B9AE9E5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691ED-6D1F-713D-D6EF-528DBF4D0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AFCBF-B49A-436D-AAA3-85C7DDCDE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592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5A0A2-52F9-6648-0E9A-138CCB24C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691AA-C10A-EFEE-FF42-D74E506E9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4E499-FC7E-8697-68C6-5BF95E079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7337D-0891-4C76-BD20-F142948120CB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ED473-F334-7C80-5D90-ED5AA6389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D677E-7BAD-788A-3907-BC0C2B14A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AFCBF-B49A-436D-AAA3-85C7DDCDE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505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9DAEB-A00E-E1F5-6809-D1383E0AF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FF6CB-6983-7957-7F84-642D02E46B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0FC27-BABC-F68B-7EBD-84BF168EC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7337D-0891-4C76-BD20-F142948120CB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BC339-B7C3-3CD2-C3CE-65A8B6DE9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E96CD-4432-B7BE-77B2-5845CF4E2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AFCBF-B49A-436D-AAA3-85C7DDCDE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981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15591-1D0D-F727-2D8A-D2C12CF4A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29AF8-81DA-E5EF-971A-B208CCD467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4B9717-FA4A-E303-770C-179914D919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1F1B34-935A-1E8D-B89D-6E383D813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7337D-0891-4C76-BD20-F142948120CB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78F1E-3DAC-E518-6ACC-C6777B00A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0E1344-C42D-2935-A777-12BDD56B2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AFCBF-B49A-436D-AAA3-85C7DDCDE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867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17DCC-A1E6-7051-A0F8-E38C03E7B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C0C21-6ABE-5C34-A1C6-BF090025EB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4C2E2E-7662-ABCD-C941-08C7883D09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31D046-9D6F-1F8C-468B-C245CC78EA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53B925-C42F-440F-DC45-66A4943140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E68DEB-937D-5667-35C8-5A975BB1A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7337D-0891-4C76-BD20-F142948120CB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2EEBA6-3F24-73E5-80F6-F9B684413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151763-CA4B-8E75-5BDC-D42E05C37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AFCBF-B49A-436D-AAA3-85C7DDCDE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656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84482-CC3D-1CDE-9C9F-389D7B1F3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9026C-EB61-E10A-8227-73F82266A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7337D-0891-4C76-BD20-F142948120CB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7A0C36-E159-587E-E9B0-E13FCD2EE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44656B-FEA7-411C-B9B3-836647631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AFCBF-B49A-436D-AAA3-85C7DDCDE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760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F89DEF-F3C8-94D4-3A6A-D154CCF9D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7337D-0891-4C76-BD20-F142948120CB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31B0C4-7743-4554-D423-EE2DE2C5C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3574FB-FD04-D07C-762E-ADA0AEAF4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AFCBF-B49A-436D-AAA3-85C7DDCDE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451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8FD62-07E0-139E-B6F2-83221592C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1ED58-9058-DFB8-FBB1-5588249AB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0B665D-864B-86DE-0EE2-4BAC46B28B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4D6CE0-FC2D-E86A-659E-5AAEE0D6F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7337D-0891-4C76-BD20-F142948120CB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73F65D-E3F2-20AE-3557-C8D617896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1D4251-78D3-3F12-7641-E64E650AC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AFCBF-B49A-436D-AAA3-85C7DDCDE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81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D8F33-F1A6-0627-3E6F-0D1A593AD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2CFAF7-5737-745C-E6CD-421D4EA154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25CB62-91F8-8BAE-B629-BC62F93D1C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C3FCD9-C4ED-EA69-FD6A-533DEF620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7337D-0891-4C76-BD20-F142948120CB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4F1E77-2151-87E1-D997-FEA8B927E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7C0EBE-C00E-5FC7-101F-BF1A6B1B0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AFCBF-B49A-436D-AAA3-85C7DDCDE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377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D664B-B8A2-AEFF-A90A-145E4F9E4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9243C-771A-7C35-5209-83B02DEBF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6673F-0775-DAE6-AEED-43710618F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7337D-0891-4C76-BD20-F142948120CB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1FDFB-55A2-2A34-353B-4D1B9507F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AE348-887B-F85E-309C-3CF8F77C4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AFCBF-B49A-436D-AAA3-85C7DDCDE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15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139B75-1B2C-79F4-F0B7-B869BB4E72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E09128-A5F9-D435-DBAC-FD9397EE74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251FF-F877-1352-322F-E24D87A70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7337D-0891-4C76-BD20-F142948120CB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00AC42-7183-D848-2A53-938744192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EDFAB-D7A9-6961-5E07-E34F66A9F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AFCBF-B49A-436D-AAA3-85C7DDCDE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135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87064B-A5D8-9494-4FA7-3D8101EC7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F7A6D-09E9-5CC2-88F9-A15207A602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B53B6-197A-C9CB-A538-1EFAE4007C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37337D-0891-4C76-BD20-F142948120CB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AC0EC-7D1E-5145-F5ED-3FF5F3A900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3F547-DFA8-9E62-7018-64C4EC31C6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4AFCBF-B49A-436D-AAA3-85C7DDCDE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374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2CBBD-9F12-DC95-B390-EC24861937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This </a:t>
            </a:r>
            <a:r>
              <a:rPr lang="en-US"/>
              <a:t>is test4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207C6B-344D-85A6-7E29-9072846369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9350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ITLATCHSETTINGSCP.OWNERNAME" val="Test3-max"/>
  <p:tag name="GITLATCHSETTINGSCP.REPONAME" val="testaddin"/>
  <p:tag name="GITLATCHSETTINGSCP.BRANCH" val="gitlatch"/>
  <p:tag name="GITLATCHSETTINGSCP.FILENAME" val="test45"/>
  <p:tag name="GITLATCHSETTINGSCP.AUTOSHOW" val="YES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78F2F7-EED6-444D-B5F4-29117A08F1AB}">
  <we:reference id="324cd019-23c8-47fd-b8e6-519d39e2697c" version="1.0.0.3" store="\\DESKTOP-QLQIQ68\Share_Office" storeType="Filesystem"/>
  <we:alternateReferences/>
  <we:properties>
    <we:property name="Office.AutoShowTaskpaneWithDocument" value="true"/>
  </we:properties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33949F4C</Template>
  <TotalTime>0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This is test4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Neelesh Shrivastava (HCL Technologies Corporate Services)</dc:creator>
  <cp:lastModifiedBy>Neelesh Shrivastava (HCL Technologies Corporate Services)</cp:lastModifiedBy>
  <cp:revision>1</cp:revision>
  <dcterms:created xsi:type="dcterms:W3CDTF">2025-08-22T18:28:18Z</dcterms:created>
  <dcterms:modified xsi:type="dcterms:W3CDTF">2025-08-22T18:28:31Z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itLatchSettingsCP.ownerName">
    <vt:lpwstr>Test3-max</vt:lpwstr>
  </property>
  <property fmtid="{D5CDD505-2E9C-101B-9397-08002B2CF9AE}" pid="3" name="GitLatchSettingsCP.repoName">
    <vt:lpwstr>testaddin</vt:lpwstr>
  </property>
  <property fmtid="{D5CDD505-2E9C-101B-9397-08002B2CF9AE}" pid="4" name="GitLatchSettingsCP.branch">
    <vt:lpwstr>gitlatch</vt:lpwstr>
  </property>
  <property fmtid="{D5CDD505-2E9C-101B-9397-08002B2CF9AE}" pid="5" name="GitLatchSettingsCP.path">
    <vt:lpwstr/>
  </property>
  <property fmtid="{D5CDD505-2E9C-101B-9397-08002B2CF9AE}" pid="6" name="GitLatchSettingsCP.fileName">
    <vt:lpwstr>test45</vt:lpwstr>
  </property>
  <property fmtid="{D5CDD505-2E9C-101B-9397-08002B2CF9AE}" pid="7" name="GitLatchSettingsCP.autoShow">
    <vt:lpwstr>YES</vt:lpwstr>
  </property>
</Properties>
</file>