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7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0EF7F-5223-778A-D93B-24BC63C3E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FAE06-E1EB-4E44-F7CB-39C3BE50B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B75C6-0B99-B979-1576-AD87E746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879C-7E41-4C71-B86C-69A0B6CBAB4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60B5C-5C92-BC9A-9D03-D9F696FB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A7FCB-BBFB-1B7C-9ED9-68F1DF6A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D241-AF04-47EB-85CD-C107B6894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63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074B5-F864-DE42-4451-63034614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5521C-6684-7130-8887-23306822F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3A928-BBF0-70C4-2C9A-9C3E64DC4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879C-7E41-4C71-B86C-69A0B6CBAB4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96628-846E-A9EF-0262-CC71DC1D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84371-AA5C-6C9B-468F-664CE9327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D241-AF04-47EB-85CD-C107B6894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5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C498-11DD-B514-4564-31682630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9ECFD-C79F-32F1-8A12-C95BB43E6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F3824-CC6A-09B5-CEF2-6E7AC79F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879C-7E41-4C71-B86C-69A0B6CBAB4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474C1-2D6F-BF5E-33C3-F0222BA0C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94E89-CBCB-9413-6620-935ED37E5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D241-AF04-47EB-85CD-C107B6894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7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81E4-4F61-F932-23CD-BEB33113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5F86A-2674-09B4-D7D5-86430035F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3AC0E-91AE-E720-1B84-0BC09BF89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90200-9918-7B91-F9D3-DF5133AD7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879C-7E41-4C71-B86C-69A0B6CBAB4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E4D5B-4083-8F89-B721-8C5582E60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9DBC0-3918-6143-7A73-B55CBA4C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D241-AF04-47EB-85CD-C107B6894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11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5F67-79BD-4EBC-55D9-879BC7FF0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C945B-4A28-A99D-F0AA-F9A9C9011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1FCC7-3D6B-7907-1E2E-F6ED93D07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21713C-3346-4489-8C1E-6C35D0A29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ED71A-4BFC-6FF3-2784-3773A3B02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4ADE51-7080-A86A-08B0-34DAC29D8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879C-7E41-4C71-B86C-69A0B6CBAB4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6F47C-2D84-EE6B-22DB-60BD0AE6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DB1D3-02E1-687C-E125-04FE2E10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D241-AF04-47EB-85CD-C107B6894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64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45D8-47F4-55EA-097E-DF2DE8EA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ABDCB-4D50-44BB-B6C8-1B7F0D64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879C-7E41-4C71-B86C-69A0B6CBAB4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BE283-685F-25E1-843F-9C99BB5CD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C2AAE-BCDB-FC55-4897-2FCBEBBA5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D241-AF04-47EB-85CD-C107B6894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39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84CACC-0E59-0451-F706-1A6B95DF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879C-7E41-4C71-B86C-69A0B6CBAB4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A9A7A-E488-D5D8-044B-89B242559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076BD-3B5C-3149-9979-35C4AE95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D241-AF04-47EB-85CD-C107B6894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0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94326-DFA7-0921-69A9-5C0AED4D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7215C-4F61-5968-293B-52B02205A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957C6-C3CC-86BB-9AAC-FE40771FD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AB14D-EDFE-33FC-5E69-229C2EF9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879C-7E41-4C71-B86C-69A0B6CBAB4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CA4E2-1C39-882C-3E02-6EF89ABD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16765-3F89-4653-406B-DE2372C1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D241-AF04-47EB-85CD-C107B6894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96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4C62B-3F84-28FD-FF66-1494D4010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598222-C5CC-BA26-1F11-FDA5634BD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CDE7A-6619-755C-31CD-CB7ED4E52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8C002-0870-A55D-4C45-D1B8628C2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879C-7E41-4C71-B86C-69A0B6CBAB4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4279F-5E13-B3A8-C80D-B0D4828D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D38E8-7D16-5C01-4C47-9B84756E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D241-AF04-47EB-85CD-C107B6894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86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66064-A79D-F9EF-7705-EE33E234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E8099-03C4-AAEA-AB89-5F486E145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B7016-7F9F-BE2E-7A10-4F7E623B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879C-7E41-4C71-B86C-69A0B6CBAB4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354C7-2829-16EA-5DB0-38A806487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F89EA-C88A-9723-368C-6FCE32A7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D241-AF04-47EB-85CD-C107B6894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77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F4133E-8979-220A-87E8-5A59FB264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976F9-6290-2299-6ED2-9C38935A6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F495D-A87F-E922-9B9A-834CA783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4879C-7E41-4C71-B86C-69A0B6CBAB4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58E38-A70B-E156-04C5-9BCD63D36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00441-4754-EE77-9C72-79E8BEFF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FD241-AF04-47EB-85CD-C107B6894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98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AC7650-238C-C52E-1885-2DA687BFD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40C78-35BD-A706-5E10-44E5FA844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D5323-90C5-3F4E-8D22-44F94E62C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54879C-7E41-4C71-B86C-69A0B6CBAB4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12005-D321-532C-60A4-971CBD62D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F943E-1CE8-7EE1-7FBC-3C6B20D0E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FD241-AF04-47EB-85CD-C107B6894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6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DFF2-5B78-1719-6B9E-6B33FBC776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neelesh89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23D0C-0BE8-A084-C049-EF4B9E875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203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ITLATCHSETTINGSCP.OWNERNAME" val="Test3-max"/>
  <p:tag name="GITLATCHSETTINGSCP.REPONAME" val="testaddin"/>
  <p:tag name="GITLATCHSETTINGSCP.BRANCH" val="gitlatch"/>
  <p:tag name="GITLATCHSETTINGSCP.FILENAME" val="89"/>
  <p:tag name="GITLATCHSETTINGSCP.AUTOSHOW" val="YE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33812D-33CC-4E47-8738-D5C7133056EB}">
  <we:reference id="324cd019-23c8-47fd-b8e6-519d39e2697c" version="1.0.0.3" store="\\DESKTOP-QLQIQ68\Share_Office" storeType="Filesystem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neelesh89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Neelesh Shrivastava (HCL Technologies Corporate Services)</dc:creator>
  <cp:lastModifiedBy>Neelesh Shrivastava (HCL Technologies Corporate Services)</cp:lastModifiedBy>
  <cp:revision>1</cp:revision>
  <dcterms:created xsi:type="dcterms:W3CDTF">2025-08-25T18:59:32Z</dcterms:created>
  <dcterms:modified xsi:type="dcterms:W3CDTF">2025-08-25T19:00:18Z</dcterms:modified>
</cp:coreProperties>
</file>